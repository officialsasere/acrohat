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S1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A</c:v>
                </c:pt>
                <c:pt idx="1">
                  <c:v>B</c:v>
                </c:pt>
                <c:pt idx="2">
                  <c:v>C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</c:v>
                </c:pt>
                <c:pt idx="1">
                  <c:v>2</c:v>
                </c:pt>
                <c:pt idx="2">
                  <c:v>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S2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A</c:v>
                </c:pt>
                <c:pt idx="1">
                  <c:v>B</c:v>
                </c:pt>
                <c:pt idx="2">
                  <c:v>C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4</c:v>
                </c:pt>
                <c:pt idx="1">
                  <c:v>5</c:v>
                </c:pt>
                <c:pt idx="2">
                  <c:v>6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r>
              <a:t>Pie title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Share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X</c:v>
                </c:pt>
                <c:pt idx="1">
                  <c:v>Y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60</c:v>
                </c:pt>
                <c:pt idx="1">
                  <c:v>40</c:v>
                </c:pt>
              </c:numCache>
            </c:numRef>
          </c:val>
        </c:ser>
      </c:pieChart>
    </c:plotArea>
    <c:legend>
      <c:legendPos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 one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Fixture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 subtitle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Bullets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 sz="3000">
                <a:solidFill>
                  <a:srgbClr val="C0392B"/>
                </a:solidFill>
              </a:rPr>
              <a:t>First point</a:t>
            </a:r>
          </a:p>
          <a:p>
            <a:pPr lvl="1"/>
            <a:r>
              <a:t>Nested</a:t>
            </a:r>
          </a:p>
          <a:p>
            <a:pPr/>
            <a:r>
              <a:t>Second point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457200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A text box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4572000"/>
            <a:ext cx="2743200" cy="1097280"/>
          </a:xfrm>
          <a:prstGeom prst="roundRect">
            <a:avLst/>
          </a:prstGeom>
          <a:solidFill>
            <a:srgbClr val="2E86C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Rounded</a:t>
            </a:r>
          </a:p>
        </p:txBody>
      </p:sp>
      <p:sp>
        <p:nvSpPr>
          <p:cNvPr id="6" name="Right Arrow 5"/>
          <p:cNvSpPr/>
          <p:nvPr/>
        </p:nvSpPr>
        <p:spPr>
          <a:xfrm>
            <a:off x="4114800" y="4572000"/>
            <a:ext cx="1828800" cy="91440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4572000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828800"/>
          <a:ext cx="54864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</a:tblGrid>
              <a:tr h="609600">
                <a:tc>
                  <a:txBody>
                    <a:bodyPr/>
                    <a:lstStyle/>
                    <a:p>
                      <a:r>
                        <a:t>r0c0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r0c1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r0c2</a:t>
                      </a:r>
                    </a:p>
                  </a:txBody>
                  <a:tcPr/>
                </a:tc>
              </a:tr>
              <a:tr h="609600">
                <a:tc gridSpan="2">
                  <a:txBody>
                    <a:bodyPr/>
                    <a:lstStyle/>
                    <a:p>
                      <a:r>
                        <a:t>r1c0</a:t>
                      </a:r>
                    </a:p>
                    <a:p>
                      <a:r>
                        <a:t>r1c1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r1c2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r2c0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r2c1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r2c2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6858000" y="1645920"/>
          <a:ext cx="4572000" cy="2743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914400" y="4114800"/>
          <a:ext cx="3657600" cy="22860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1"/>
          <p:cNvGrpSpPr/>
          <p:nvPr/>
        </p:nvGrpSpPr>
        <p:grpSpPr>
          <a:xfrm>
            <a:off x="914400" y="914400"/>
            <a:ext cx="2286000" cy="914400"/>
            <a:chOff x="914400" y="914400"/>
            <a:chExt cx="2286000" cy="914400"/>
          </a:xfrm>
        </p:grpSpPr>
        <p:sp>
          <p:nvSpPr>
            <p:cNvPr id="3" name="Oval 2"/>
            <p:cNvSpPr/>
            <p:nvPr/>
          </p:nvSpPr>
          <p:spPr>
            <a:xfrm>
              <a:off x="914400" y="914400"/>
              <a:ext cx="914400" cy="914400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ectangle 3"/>
            <p:cNvSpPr/>
            <p:nvPr/>
          </p:nvSpPr>
          <p:spPr>
            <a:xfrm>
              <a:off x="2286000" y="914400"/>
              <a:ext cx="914400" cy="914400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